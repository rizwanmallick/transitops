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7193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0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54880"/>
            <a:ext cx="9144000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73152" cy="256032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716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0972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TransitOps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1417320" y="19202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Transport Operations Platform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417320" y="2560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fleet tracking  |  AI-powered route optimization  |  Predictive maintenance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Odoo Hackathon 2026  |  Built with Next.js 16 + Prisma 6 + PostgreSQL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046720" cy="77724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54864" cy="7772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353312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234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Real-Time Visibility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371600" y="1554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managers have zero live tracking - delays go unnoticed until complaints arrive.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103120"/>
            <a:ext cx="8046720" cy="77724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548640" y="2103120"/>
            <a:ext cx="54864" cy="7772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267712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2148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 Maintenance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371600" y="2468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Breakdowns happen unexpectedly; no predictive alerts or scheduled maintenance tracking.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3017520"/>
            <a:ext cx="8046720" cy="77724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548640" y="3017520"/>
            <a:ext cx="54864" cy="7772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182112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3063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Uncontrolled Fuel Costs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371600" y="33832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way to measure fuel efficiency per vehicle or identify waste patterns.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3931920"/>
            <a:ext cx="8046720" cy="77724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548640" y="3931920"/>
            <a:ext cx="54864" cy="7772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096512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71600" y="3977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Management Gaps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1371600" y="4297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performance metrics, no safety scoring, no route adherence data.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 of transport companies lack integrated fleet management systems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full-stack platform that unifies fleet management, trip dispatch, maintenance, fuel tracking, and analytics.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606040" cy="274320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2606040" cy="4572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96596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5146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Dashboard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29260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vehicle locations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cards with trends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Animated charts &amp; graphs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dashboards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83280" y="1783080"/>
            <a:ext cx="2606040" cy="274320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383280" y="1783080"/>
            <a:ext cx="2606040" cy="4572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96596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83280" y="25146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Operations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611880" y="29260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route optimization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maintenance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cost analytics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safety scoring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783080"/>
            <a:ext cx="2606040" cy="274320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6217920" y="1783080"/>
            <a:ext cx="2606040" cy="4572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96596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17920" y="25146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Engine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46520" y="29260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interactive charts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trend analysis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age distribution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Expense breakdowns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931920" cy="82296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801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143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Management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43000" y="1463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12+ vehicles with real-time status, age analysis, and maintenance history.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3931920" cy="82296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2801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49240" y="1143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Management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349240" y="1463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8+ drivers with safety scores, license validation, and performance analytics.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48640" y="2057400"/>
            <a:ext cx="3931920" cy="82296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24028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3000" y="2103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 Dispatcher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14300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trips with AI route optimization, weather integration, and live ETA.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754880" y="2057400"/>
            <a:ext cx="3931920" cy="82296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24028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49240" y="2103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Hub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534924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12+ maintenance records with predictive scheduling and cost analytics.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548640" y="3017520"/>
            <a:ext cx="3931920" cy="82296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20040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43000" y="3063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&amp; Expenses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1143000" y="3383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33+ records with fuel efficiency trends, cost breakdowns, and budget alerts.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4754880" y="3017520"/>
            <a:ext cx="3931920" cy="82296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3200400"/>
            <a:ext cx="36576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349240" y="3063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Dashboard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5349240" y="3383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interactive charts: revenue, costs, safety scores, fleet age, and more.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548640" y="3977640"/>
            <a:ext cx="3931920" cy="82296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4160520"/>
            <a:ext cx="365760" cy="36576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143000" y="4023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</a:t>
            </a:r>
            <a:endParaRPr lang="en-US" sz="1300" dirty="0"/>
          </a:p>
        </p:txBody>
      </p:sp>
      <p:sp>
        <p:nvSpPr>
          <p:cNvPr id="32" name="Text 23"/>
          <p:cNvSpPr/>
          <p:nvPr/>
        </p:nvSpPr>
        <p:spPr>
          <a:xfrm>
            <a:off x="1143000" y="4343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roles with granular permissions: Admin, Fleet Manager, Dispatcher, Safety, Analyst.</a:t>
            </a:r>
            <a:endParaRPr lang="en-US" sz="1000" dirty="0"/>
          </a:p>
        </p:txBody>
      </p:sp>
      <p:sp>
        <p:nvSpPr>
          <p:cNvPr id="33" name="Shape 24"/>
          <p:cNvSpPr/>
          <p:nvPr/>
        </p:nvSpPr>
        <p:spPr>
          <a:xfrm>
            <a:off x="4754880" y="3977640"/>
            <a:ext cx="3931920" cy="82296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92040" y="4160520"/>
            <a:ext cx="365760" cy="36576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349240" y="4023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Glassmorphism UI</a:t>
            </a:r>
            <a:endParaRPr lang="en-US" sz="1300" dirty="0"/>
          </a:p>
        </p:txBody>
      </p:sp>
      <p:sp>
        <p:nvSpPr>
          <p:cNvPr id="36" name="Text 26"/>
          <p:cNvSpPr/>
          <p:nvPr/>
        </p:nvSpPr>
        <p:spPr>
          <a:xfrm>
            <a:off x="5349240" y="4343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dark-mode design with Framer Motion animations and responsive layout.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2606040" cy="34747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2606040" cy="41148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11556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2240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 (App Router)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4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Framer Motion 12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Recharts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shadcn/ui (base-ui)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097280"/>
            <a:ext cx="2606040" cy="34747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383280" y="1097280"/>
            <a:ext cx="2606040" cy="41148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383280" y="111556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1691640"/>
            <a:ext cx="2240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API Routes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NextAuth v5 (JWT)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Prisma 6 ORM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18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bcryptjs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Zod Validation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097280"/>
            <a:ext cx="2606040" cy="34747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217920" y="1097280"/>
            <a:ext cx="2606040" cy="411480"/>
          </a:xfrm>
          <a:prstGeom prst="rect">
            <a:avLst/>
          </a:prstGeom>
          <a:solidFill>
            <a:srgbClr val="FACC1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217920" y="111556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1691640"/>
            <a:ext cx="2240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5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ESLint 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Ready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+ GitHub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Prisma Migrate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during Odoo Hackathon 2026 - 100% open-source, production-ready codebase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2377440" cy="11887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2377440" cy="292608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1064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44475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name, email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role, createdAt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1097280"/>
            <a:ext cx="2377440" cy="11887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474720" y="1097280"/>
            <a:ext cx="2377440" cy="29260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474720" y="11064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66160" y="144475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plate, model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status, mileage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0" y="1097280"/>
            <a:ext cx="2377440" cy="11887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400800" y="1097280"/>
            <a:ext cx="2377440" cy="29260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00800" y="11064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144475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name, license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status, safetyScore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2468880"/>
            <a:ext cx="2377440" cy="11887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48640" y="2468880"/>
            <a:ext cx="2377440" cy="292608"/>
          </a:xfrm>
          <a:prstGeom prst="rect">
            <a:avLst/>
          </a:prstGeom>
          <a:solidFill>
            <a:srgbClr val="FACC1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48640" y="24780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281635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vehicleId, driverId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status, distance, eta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74720" y="2438498"/>
            <a:ext cx="2377440" cy="11887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474720" y="2438498"/>
            <a:ext cx="2377440" cy="29260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474720" y="244764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MaintenanceLog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66160" y="278597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vehicleId, type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cost, mileage, status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0" y="2697480"/>
            <a:ext cx="2377440" cy="11887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400800" y="2697480"/>
            <a:ext cx="2377440" cy="292608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400800" y="27066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FuelLog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304495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vehicleId, liters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cost, efficiency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3749040"/>
            <a:ext cx="2377440" cy="11887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548640" y="3749040"/>
            <a:ext cx="2377440" cy="29260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48640" y="37581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409651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vehicleId, category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amount, date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474720" y="3718658"/>
            <a:ext cx="2377440" cy="118872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3474720" y="3718658"/>
            <a:ext cx="2377440" cy="292608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474720" y="372780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SystemConfig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566160" y="406613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key, value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ENGINE - 8 INTERACTIVE CHARTS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920240" cy="15544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1920240" cy="36576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Revenue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Chart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05840" y="2103120"/>
            <a:ext cx="1005840" cy="365760"/>
          </a:xfrm>
          <a:prstGeom prst="rect">
            <a:avLst/>
          </a:prstGeom>
          <a:solidFill>
            <a:srgbClr val="22C55E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651760" y="1097280"/>
            <a:ext cx="1920240" cy="15544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651760" y="1097280"/>
            <a:ext cx="1920240" cy="36576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651760" y="1234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Costliest Vehicles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5176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Horizontal Bar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08960" y="2103120"/>
            <a:ext cx="1005840" cy="365760"/>
          </a:xfrm>
          <a:prstGeom prst="rect">
            <a:avLst/>
          </a:prstGeom>
          <a:solidFill>
            <a:srgbClr val="F9731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754880" y="1097280"/>
            <a:ext cx="1920240" cy="15544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754880" y="1097280"/>
            <a:ext cx="1920240" cy="36576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754880" y="1234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Efficiency Trend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Chart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212080" y="2103120"/>
            <a:ext cx="1005840" cy="365760"/>
          </a:xfrm>
          <a:prstGeom prst="rect">
            <a:avLst/>
          </a:prstGeom>
          <a:solidFill>
            <a:srgbClr val="38BDF8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858000" y="1097280"/>
            <a:ext cx="1920240" cy="15544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858000" y="1097280"/>
            <a:ext cx="1920240" cy="36576"/>
          </a:xfrm>
          <a:prstGeom prst="rect">
            <a:avLst/>
          </a:prstGeom>
          <a:solidFill>
            <a:srgbClr val="FACC1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858000" y="1234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Fuel Costs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Chart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15200" y="2103120"/>
            <a:ext cx="1005840" cy="365760"/>
          </a:xfrm>
          <a:prstGeom prst="rect">
            <a:avLst/>
          </a:prstGeom>
          <a:solidFill>
            <a:srgbClr val="FACC15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48640" y="2926080"/>
            <a:ext cx="1920240" cy="15544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48640" y="2926080"/>
            <a:ext cx="1920240" cy="36576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48640" y="3063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Safety Scores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3520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Chart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005840" y="3931920"/>
            <a:ext cx="1005840" cy="365760"/>
          </a:xfrm>
          <a:prstGeom prst="rect">
            <a:avLst/>
          </a:prstGeom>
          <a:solidFill>
            <a:srgbClr val="22C55E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2651760" y="2926080"/>
            <a:ext cx="1920240" cy="15544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2651760" y="2926080"/>
            <a:ext cx="1920240" cy="36576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2651760" y="3063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 Status Distribution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651760" y="3520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Donut Chart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108960" y="3931920"/>
            <a:ext cx="1005840" cy="365760"/>
          </a:xfrm>
          <a:prstGeom prst="rect">
            <a:avLst/>
          </a:prstGeom>
          <a:solidFill>
            <a:srgbClr val="38BDF8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754880" y="2926080"/>
            <a:ext cx="1920240" cy="15544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754880" y="2926080"/>
            <a:ext cx="1920240" cy="36576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754880" y="3063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by Type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54880" y="3520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Donut Chart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212080" y="3931920"/>
            <a:ext cx="1005840" cy="365760"/>
          </a:xfrm>
          <a:prstGeom prst="rect">
            <a:avLst/>
          </a:prstGeom>
          <a:solidFill>
            <a:srgbClr val="F9731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6858000" y="2926080"/>
            <a:ext cx="1920240" cy="15544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6858000" y="2926080"/>
            <a:ext cx="1920240" cy="36576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858000" y="3063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Age Distribution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858000" y="3520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Chart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315200" y="3931920"/>
            <a:ext cx="1005840" cy="365760"/>
          </a:xfrm>
          <a:prstGeom prst="rect">
            <a:avLst/>
          </a:prstGeom>
          <a:solidFill>
            <a:srgbClr val="EF4444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CONTROL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6400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54864" cy="6400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7240" y="1143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0" y="11430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system access, user management, settings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847088"/>
            <a:ext cx="8046720" cy="6400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48640" y="1847088"/>
            <a:ext cx="54864" cy="64008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77240" y="18928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Manager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189280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CRUD, maintenance, reports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596896"/>
            <a:ext cx="8046720" cy="6400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48640" y="2596896"/>
            <a:ext cx="54864" cy="64008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77240" y="264261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0" y="264261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 management, driver assignment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346704"/>
            <a:ext cx="8046720" cy="6400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48640" y="3346704"/>
            <a:ext cx="54864" cy="640080"/>
          </a:xfrm>
          <a:prstGeom prst="rect">
            <a:avLst/>
          </a:prstGeom>
          <a:solidFill>
            <a:srgbClr val="FACC1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77240" y="339242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Officer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00400" y="339242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scores, incident tracking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096512"/>
            <a:ext cx="8046720" cy="64008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48640" y="4096512"/>
            <a:ext cx="54864" cy="64008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77240" y="41422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Analyst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00400" y="414223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Reports, expenses, fuel analytics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JWT-based middleware enforces RBAC on every protected route at the Edge Runtime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FRAMER MOTION ANIMATION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931920" cy="100584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716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188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Transitions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88720" y="1554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AnimatePresence wraps routes for smooth page-to-page transitions.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3931920" cy="100584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37160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94960" y="1188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Staggered Entrances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394960" y="1554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Cards, nav items, and KPIs animate in sequence with spring physics.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48640" y="2286000"/>
            <a:ext cx="3931920" cy="100584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56032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2377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 Interactions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188720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 lift and scale on hover with spring-based motion values.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754880" y="2286000"/>
            <a:ext cx="3931920" cy="100584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56032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94960" y="2377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Animations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5394960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 stagger in on scroll with scale and fade transitions.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548640" y="3474720"/>
            <a:ext cx="3931920" cy="100584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74904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88720" y="3566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Badge Pop-ins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1188720" y="3931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badges spring into view with scale and opacity animations.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4754880" y="3474720"/>
            <a:ext cx="3931920" cy="100584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3749040"/>
            <a:ext cx="411480" cy="4114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394960" y="3566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Sidebar &amp; Header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5394960" y="3931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Sidebar slides in from left; header elements animate on load.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754880"/>
            <a:ext cx="9144000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09728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1031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TransitOps - Smart Transport Operations Platform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3566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Odoo Hackathon 2026  |  Built with Next.js 16 + Prisma 6 + PostgreSQL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661</Words>
  <Application>Microsoft Office PowerPoint</Application>
  <PresentationFormat>On-screen Show (16:9)</PresentationFormat>
  <Paragraphs>151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TransitOps - Smart Transport Operations Platform</dc:title>
  <dc:subject>PptxGenJS Presentation</dc:subject>
  <dc:creator>TransitOps Team</dc:creator>
  <cp:lastModifiedBy>Sarhankhan Pathan</cp:lastModifiedBy>
  <cp:revision>2</cp:revision>
  <dcterms:created xsi:type="dcterms:W3CDTF">2026-07-12T11:19:49Z</dcterms:created>
  <dcterms:modified xsi:type="dcterms:W3CDTF">2026-07-12T11:22:52Z</dcterms:modified>
</cp:coreProperties>
</file>